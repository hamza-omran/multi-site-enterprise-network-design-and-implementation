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9254-f362-8984-8000-0000fe3700b6.png?kimi-sig=lhGLvY2YTpbHc-LkEHKfaPKVedJAGh1IcJcCdA2C8i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9261-04f2-80a0-8000-0000d37361f6.png?kimi-sig=cxh7ZmrQ1bPHDNx1P_cXmVC8liqydL4P94bJAXocZF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9266-6b22-89e7-8000-00000160755e.png?kimi-sig=6oUylSWHg_6VbhOEBlBMbPMfmidP9jIgPTjmAh8CSfQ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9267-98c2-89f0-8000-0000ccf43ad7.png?kimi-sig=PmDiyBFjxW30P93zlZciCySY4XoS9Ddd7qouGzvbow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9266-5732-8d3d-8000-0000826ea497.png?kimi-sig=Cb23YJQx_Mn8qyeU_IdXq9rdSgW2whMffYegTFUpTZ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9263-07a2-8db1-8000-0000e2addcbc.png?kimi-sig=WaZZnAVeOZ_v5ICsZrNsb9FEFm7xt2__2qQNpSkNGW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926d-d2e2-8857-8000-0000ba13a4df.png?kimi-sig=UR9ptaxhtcGTAqm3GoX4tL10_UmTnXSf0hRbzqrDYU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134100" y="5074285"/>
            <a:ext cx="2054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Fa0/2-4 Sw2</a:t>
            </a:r>
            <a:endParaRPr lang="en-US" sz="2400"/>
          </a:p>
        </p:txBody>
      </p:sp>
      <p:sp>
        <p:nvSpPr>
          <p:cNvPr id="4" name="Text Box 3"/>
          <p:cNvSpPr txBox="1"/>
          <p:nvPr/>
        </p:nvSpPr>
        <p:spPr>
          <a:xfrm>
            <a:off x="7581900" y="4419600"/>
            <a:ext cx="8051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2800">
                <a:sym typeface="+mn-ea"/>
              </a:rPr>
              <a:t>Sw1</a:t>
            </a:r>
            <a:endParaRPr lang="en-US" sz="2800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612380" y="3764915"/>
            <a:ext cx="8051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2800">
                <a:sym typeface="+mn-ea"/>
              </a:rPr>
              <a:t>Sw1</a:t>
            </a:r>
            <a:endParaRPr lang="en-US" sz="2800"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9276-2a42-80ef-8000-0000f6146786.png?kimi-sig=UGkwH3YtBfNwPw-YQ6KxPNyeVU5rZcT6XkG-bY_gwR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927a-78c2-86ec-8000-00001c2f04f6.png?kimi-sig=OrDBDNNEXUfCOXYB2LpDnfAz_Zu49qyursd4vqO3GX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9275-f362-8317-8000-0000a66b9771.png?kimi-sig=ctCYyYwzj601_5_8iXe3eLK_1Wvp9zZ8Orhwy0c56V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09273-ad52-8ff0-8000-00001f6c4b98.png?kimi-sig=-npWpqpa4aVkt26aEn8i2KiITt1l3tEqhNpCjTPVs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WPS Presentation</Application>
  <PresentationFormat>Custom</PresentationFormat>
  <Paragraphs>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Microsoft YaHei</vt:lpstr>
      <vt:lpstr>Droid Sans Fallback</vt:lpstr>
      <vt:lpstr>Arial Unicode MS</vt:lpstr>
      <vt:lpstr>Aptos</vt:lpstr>
      <vt:lpstr>Quicksand Light</vt:lpstr>
      <vt:lpstr>Calibri</vt:lpstr>
      <vt:lpstr>Trebuchet MS</vt:lpstr>
      <vt:lpstr>OpenSymbol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Multi-Site Enterprise Network Design</dc:title>
  <dc:creator>Kimi</dc:creator>
  <dc:subject>Multi-Site Enterprise Network Design</dc:subject>
  <cp:lastModifiedBy>hamza</cp:lastModifiedBy>
  <cp:revision>3</cp:revision>
  <dcterms:created xsi:type="dcterms:W3CDTF">2025-12-10T17:48:29Z</dcterms:created>
  <dcterms:modified xsi:type="dcterms:W3CDTF">2025-12-10T17:48:29Z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{"Label":"Multi-Site Enterprise Network Design","ContentProducer":"001191110108MACG2KBH8F10000","ProduceID":"d4sq5leg0jbajje03m7g","ReservedCode1":"","ContentPropagator":"001191110108MACG2KBH8F20000","PropagateID":"d4sq5leg0jbajje03m7g","ReservedCode2":""}</vt:lpwstr>
  </property>
  <property fmtid="{D5CDD505-2E9C-101B-9397-08002B2CF9AE}" pid="3" name="ICV">
    <vt:lpwstr/>
  </property>
  <property fmtid="{D5CDD505-2E9C-101B-9397-08002B2CF9AE}" pid="4" name="KSOProductBuildVer">
    <vt:lpwstr>1033-11.1.0.11723</vt:lpwstr>
  </property>
</Properties>
</file>